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8A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Superstore Sales &amp; Profit</a:t>
            </a:r>
            <a:br/>
            <a:r>
              <a:t>Performance Dashboard</a:t>
            </a:r>
          </a:p>
          <a:p>
            <a:pPr>
              <a:defRPr sz="2000">
                <a:solidFill>
                  <a:srgbClr val="B4DCF5"/>
                </a:solidFill>
              </a:defRPr>
            </a:pPr>
            <a:r>
              <a:t>Task 4 –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Interactive Power BI dashboard for monitoring sales, profitability,</a:t>
            </a:r>
            <a:br/>
            <a:r>
              <a:t>customer performance, regional performance and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82"/>
                </a:solidFill>
              </a:defRPr>
            </a:pPr>
            <a:r>
              <a:t>Business Objective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Interactive dashboard designed for business performance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EBF4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Objective: Present sales and profitability performance in an easy-to-understand visual format.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Dataset: Sample Superstore sales data.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Key dimensions: Date, Category, Sub-Category, Customer, Region, State and Ship Mode.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Key measures: Sales, Profit, Orders, Profit Margin and YoY Sales Growth.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Tool used: Microsoft Power BI.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82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Interactive Power BI dashboard developed for business stakeholders.</a:t>
            </a:r>
          </a:p>
        </p:txBody>
      </p:sp>
      <p:pic>
        <p:nvPicPr>
          <p:cNvPr id="4" name="Picture 3" descr="29cbb3f9-75ab-4f8d-ab32-bc9ea3ceb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57045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82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Insights derived from the KPI cards and dashboard visuals.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4754880"/>
          </a:xfrm>
          <a:prstGeom prst="roundRect">
            <a:avLst/>
          </a:prstGeom>
          <a:solidFill>
            <a:srgbClr val="EBF4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1200"/>
              </a:spcAft>
              <a:defRPr sz="1700">
                <a:solidFill>
                  <a:srgbClr val="23232D"/>
                </a:solidFill>
              </a:defRPr>
            </a:pPr>
            <a:r>
              <a:t>Total Sales are approximately 2.30M, with Total Profit of approximately 286.40K.</a:t>
            </a:r>
          </a:p>
          <a:p>
            <a:pPr>
              <a:spcAft>
                <a:spcPts val="1200"/>
              </a:spcAft>
              <a:defRPr sz="1700">
                <a:solidFill>
                  <a:srgbClr val="23232D"/>
                </a:solidFill>
              </a:defRPr>
            </a:pPr>
            <a:r>
              <a:t>Profit Margin is approximately 12.5%, so profitability should be monitored alongside sales growth.</a:t>
            </a:r>
          </a:p>
          <a:p>
            <a:pPr>
              <a:spcAft>
                <a:spcPts val="1200"/>
              </a:spcAft>
              <a:defRPr sz="1700">
                <a:solidFill>
                  <a:srgbClr val="23232D"/>
                </a:solidFill>
              </a:defRPr>
            </a:pPr>
            <a:r>
              <a:t>YoY Sales Growth is approximately 46.9%, showing strong year-over-year sales improvement.</a:t>
            </a:r>
          </a:p>
          <a:p>
            <a:pPr>
              <a:spcAft>
                <a:spcPts val="1200"/>
              </a:spcAft>
              <a:defRPr sz="1700">
                <a:solidFill>
                  <a:srgbClr val="23232D"/>
                </a:solidFill>
              </a:defRPr>
            </a:pPr>
            <a:r>
              <a:t>Technology is the leading category by sales in the dashboard, ahead of Furniture and Office Supplies.</a:t>
            </a:r>
          </a:p>
          <a:p>
            <a:pPr>
              <a:spcAft>
                <a:spcPts val="1200"/>
              </a:spcAft>
              <a:defRPr sz="1700">
                <a:solidFill>
                  <a:srgbClr val="23232D"/>
                </a:solidFill>
              </a:defRPr>
            </a:pPr>
            <a:r>
              <a:t>The monthly trend strengthens toward the final months of the year, with a notable peak around November.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82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Potential actions based on the dashboard findings.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EBF4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Prioritize high-performing categories and products while protecting profitability.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Investigate regions and states with lower profit contribution to identify improvement opportunities.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Review discounting and product-level profitability to avoid sales growth that reduces margins.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Use the monthly trend to improve inventory, sales planning and seasonal resource allocation.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Monitor top customers and strengthen retention efforts for high-value accounts.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8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The dashboard converts Superstore transaction data into a stakeholder-friendly performance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297680"/>
          </a:xfrm>
          <a:prstGeom prst="roundRect">
            <a:avLst/>
          </a:prstGeom>
          <a:solidFill>
            <a:srgbClr val="EBF4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Combines financial KPIs, trends and business dimensions in one interactive view.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Enables filtering by region and comparison across categories, customers and shipping modes.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Highlights sales growth while keeping profitability visible through profit and margin KPIs.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t>Supports data-driven discussions around sales performance, regional opportunities and customer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B82"/>
                </a:solidFill>
              </a:defRPr>
            </a:pPr>
            <a:r>
              <a:t>Prepared as part of the Data Analyst Internship – Task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46E"/>
                </a:solidFill>
              </a:defRPr>
            </a:pPr>
            <a:r>
              <a:t>Data Analyst Internship • Task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